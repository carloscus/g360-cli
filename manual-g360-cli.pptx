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91695" cy="137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G360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Scaffolding &amp; Automation para Ecosistema G360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926080"/>
            <a:ext cx="3200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926080"/>
            <a:ext cx="320040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3154680"/>
            <a:ext cx="320040" cy="3200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108960"/>
            <a:ext cx="24688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Boostrapping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Projet padrao G360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Templates web/python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Brand system integrado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926080"/>
            <a:ext cx="3200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2926080"/>
            <a:ext cx="320040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83480" y="3154680"/>
            <a:ext cx="320040" cy="32004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3108960"/>
            <a:ext cx="24688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Ingestao ERP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Normalizacao .xls/.xlsx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Commercial engine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Classificacao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926080"/>
            <a:ext cx="3200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926080"/>
            <a:ext cx="3200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315468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108960"/>
            <a:ext cx="24688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Auditoria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Compliance G360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Validacao automatica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Lint de nomenclatura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Ferramenta de linha de comando para iniciacao rapida de projetos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Node.js &gt;= 18 · Distribuicao npm global · 15+ comandos</a:t>
            </a:r>
          </a:p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0D084"/>
                </a:solidFill>
                <a:latin typeface="Segoe UI"/>
              </a:rPr>
              <a:t>v1.17.0 · powered by G360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D084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INTRODUCAO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  <a:latin typeface="Segoe UI"/>
              </a:rPr>
              <a:t>G360 CLI · v1.17 · 2/10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O que e o G360 CLI?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CLI tool para bootstrap de projetos G360 com estrutura padrao, assets embebidos, e compliance automatico. Facilita a criacao de apps web (Lit, Svelte, Solid), desktop (Flet, CustomTkinter), e scripts Python com identidade G360 integrada.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2720340" cy="1463040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5831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Templates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10+ templates
web &amp; desktop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Auto-detecta 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4700" y="3200400"/>
            <a:ext cx="2720340" cy="14630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6140" y="3337560"/>
            <a:ext cx="25831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Assets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Brand system v2
Logos, favicons,
icons PWA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3200400"/>
            <a:ext cx="2720340" cy="1463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199" y="3337560"/>
            <a:ext cx="25831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Ingestao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Normaliza ERP
.xls/.xlsx/.csv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Commercial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6819" y="3200400"/>
            <a:ext cx="2720340" cy="1463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8259" y="3337560"/>
            <a:ext cx="25831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Auditoria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Verifica compliance
Valida estrutura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Lint automatico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Instalacao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D084"/>
                </a:solidFill>
                <a:latin typeface="Segoe UI"/>
              </a:rPr>
              <a:t>npm install -g g360-cli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g360 init meu-projeto --template lit-web --skill corporativo-movil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D084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COMANDOS PRINCIPAIS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  <a:latin typeface="Segoe UI"/>
              </a:rPr>
              <a:t>G360 CLI · v1.17 · 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265176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D084"/>
                </a:solidFill>
                <a:latin typeface="Segoe UI"/>
              </a:rPr>
              <a:t>g360 init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Criar projeto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09728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097280"/>
            <a:ext cx="265176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325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g360 bring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7830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Trazer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325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g360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830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Auditar projeto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09728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097280"/>
            <a:ext cx="26517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325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F4444"/>
                </a:solidFill>
                <a:latin typeface="Segoe UI"/>
              </a:rPr>
              <a:t>g360 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7830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Limpar codigo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74320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26517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718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Segoe UI"/>
              </a:rPr>
              <a:t>g360 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4290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Gerar manual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438912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4389120"/>
            <a:ext cx="265176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6177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D084"/>
                </a:solidFill>
                <a:latin typeface="Segoe UI"/>
              </a:rPr>
              <a:t>g360 convert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0749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Converter projeto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603504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6035040"/>
            <a:ext cx="265176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62636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g360 signature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67208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Instalar marca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768096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60" y="768096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79095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g360 ingest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83667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Processar ERP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D084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TEMPLATES DISPONIVEIS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  <a:latin typeface="Segoe UI"/>
              </a:rPr>
              <a:t>G360 CLI · v1.17 · 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39496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417320"/>
            <a:ext cx="320040" cy="3200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3716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Web PWA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Technology: React, Lit, Svelte, Solid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Desc: PWA instalavel com Service 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9496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1417320"/>
            <a:ext cx="320040" cy="32004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3716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Python Flet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Technology: Flet desktop (Padrao)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Desc: App desktop com tema G360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17520"/>
            <a:ext cx="539496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246120"/>
            <a:ext cx="320040" cy="3200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004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Python CLI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Technology: Script CLI argparse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Desc: Ferramenta de linha de comando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84632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846320"/>
            <a:ext cx="539496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5074920"/>
            <a:ext cx="320040" cy="32004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0292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CustomTkinter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Technology: Desktop moderno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Desc: GUI escura com CTk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Todos os templates incluem: G360 signature, brand assets, skill.json, e estrututa padrao de pastas (src/core, src/ui, assets/).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D084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BRAND SYSTEM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  <a:latin typeface="Segoe UI"/>
              </a:rPr>
              <a:t>G360 CLI · v1.17 · 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828800" cy="1280160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0D084"/>
                </a:solidFill>
                <a:latin typeface="Segoe UI"/>
              </a:rPr>
              <a:t>Verde
Asiento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280160"/>
            <a:ext cx="1828800" cy="12801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0E7490"/>
                </a:solidFill>
                <a:latin typeface="Segoe UI"/>
              </a:rPr>
              <a:t>Azul
Secundario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280160"/>
            <a:ext cx="1828800" cy="1280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Amarelo
Warning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280160"/>
            <a:ext cx="1828800" cy="1280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EF4444"/>
                </a:solidFill>
                <a:latin typeface="Segoe UI"/>
              </a:rPr>
              <a:t>Vermelho
Danger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280160"/>
            <a:ext cx="1828800" cy="12801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8B5CF6"/>
                </a:solidFill>
                <a:latin typeface="Segoe UI"/>
              </a:rPr>
              <a:t>Roxo
Debug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▸ Isotipo: 3 pontos verticais + chevron 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20439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▸ Logotipos: G360 light/dark, CIPSA solid/borde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59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▸ Favicons: 16x16, 32x32, apple-touch, 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26279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▸ PWA Icons: 192x192, 512x512, transparent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D084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WORKFLOW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  <a:latin typeface="Segoe UI"/>
              </a:rPr>
              <a:t>G360 CLI · v1.17 · 6/10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43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init: g360 init projeto --template lit-web --skill corporativo-movil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57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bring: g360 bring (assets, brand, components)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71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develop: Desenvolver com padroes G360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86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audit: g360 audit (verificar compliance)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00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deploy: g360 pptx + deploy GitHub Pages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31520" y="1691640"/>
            <a:ext cx="182880" cy="228600"/>
          </a:xfrm>
          <a:prstGeom prst="downArrow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731520" y="2606040"/>
            <a:ext cx="182880" cy="228600"/>
          </a:xfrm>
          <a:prstGeom prst="downArrow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31520" y="3520440"/>
            <a:ext cx="182880" cy="228600"/>
          </a:xfrm>
          <a:prstGeom prst="downArrow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731520" y="4434840"/>
            <a:ext cx="182880" cy="228600"/>
          </a:xfrm>
          <a:prstGeom prst="downArrow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D084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INGESTA ERP &amp; COMMERCIAL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  <a:latin typeface="Segoe UI"/>
              </a:rPr>
              <a:t>G360 CLI · v1.17 · 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303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417320"/>
            <a:ext cx="320040" cy="32004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3716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Normalizacao ERP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Suporta: .xls, .xlsx, .csv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Auto-detecta: SAP, StarSoft, Spring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Parseia referencias: F01/201-243065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Separa sucursais, normaliza monetario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Classifica: VENDA, DEVOLUCAO, AJUSTE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141732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3716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Commercial Engine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classify_base(): VENDA/DEVOLUCAO/AJUSTE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build_invoice_index(): index para cruce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resolve_document_relationships()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calculate_prices(): PRECO_BASE, RECARGO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SUBTIPO_AJUSTE: PRECO_LINEA, CARGO_FIJO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1106424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931920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0D084"/>
                </a:solidFill>
                <a:latin typeface="Segoe UI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Arquivo ERP (.xls/.xlsx)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931920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5720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Leitura e normalizacao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3931920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19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Segoe UI"/>
              </a:rPr>
              <a:t>Classify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19" y="45720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Commercial engine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931920"/>
            <a:ext cx="2468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5720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CSV maestro normalizado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D084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SKILLS &amp; CONFIGURACAO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  <a:latin typeface="Segoe UI"/>
              </a:rPr>
              <a:t>G360 CLI · v1.17 · 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256032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417320"/>
            <a:ext cx="320040" cy="3200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371600"/>
            <a:ext cx="18287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corporativo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PC clientes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17320"/>
            <a:ext cx="320040" cy="32004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371600"/>
            <a:ext cx="18287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corporativo-movil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Mobile clientes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1887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72200" y="141732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371600"/>
            <a:ext cx="18287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moderno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PC proprias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18872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15400" y="141732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371600"/>
            <a:ext cx="18287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moderno-movil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Mobile proprias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5603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56032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278892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2743200"/>
            <a:ext cx="18287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minimalista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Scripts/CLI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25603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2560320"/>
            <a:ext cx="2560320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29000" y="2788920"/>
            <a:ext cx="320040" cy="32004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743200"/>
            <a:ext cx="18287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cipsa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Marca CIPSA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5603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2560320"/>
            <a:ext cx="25603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72200" y="2788920"/>
            <a:ext cx="320040" cy="32004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743200"/>
            <a:ext cx="18287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flet-desktop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Desktop Flet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25603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2560320"/>
            <a:ext cx="256032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15400" y="2788920"/>
            <a:ext cx="320040" cy="3200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743200"/>
            <a:ext cx="18287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lit-web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Lit Components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Configuracao global em ~/.g360/ com cache de assets em ~/.g360/cache/. Use g360 config --list para ver opcoes.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D084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LIMITACOES CONHECIDAS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  <a:latin typeface="Segoe UI"/>
              </a:rPr>
              <a:t>G360 CLI · v1.17 · 9/10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18872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Python requerido: Alguns comandos exigem Python 3.11+ (commercial_engine, ingestion)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Assets embebidos: Templates grandes aumentam tamanho do pacote npm (~50MB)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Conflito de nomes: Se projeto ja existir sem --force, Comando falha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4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Validate rigido: Audit pode ser muito strict para projetos legacy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D084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RESUMO &amp; PROXIMOS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  <a:latin typeface="Segoe UI"/>
              </a:rPr>
              <a:t>G360 CLI · v1.17 · 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1371600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G360 CLI: Padronizacao e velocidade para o ecosistema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Iniciacao rapida · Brand system unificado · Ingestao ERP · Auditoria automatica · Geracao de manuais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D084"/>
                </a:solidFill>
              </a:rPr>
              <a:t>✓  </a:t>
            </a:r>
            <a:r>
              <a:rPr sz="1200">
                <a:solidFill>
                  <a:srgbClr val="0F172A"/>
                </a:solidFill>
              </a:rPr>
              <a:t>10+ templates para web (Lit, Svelte, Solid, React) e desktop (Flet, CTk)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D084"/>
                </a:solidFill>
              </a:rPr>
              <a:t>✓  </a:t>
            </a:r>
            <a:r>
              <a:rPr sz="1200">
                <a:solidFill>
                  <a:srgbClr val="0F172A"/>
                </a:solidFill>
              </a:rPr>
              <a:t>Brand system v2 com logos, favicons, e icons PWA prontos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D084"/>
                </a:solidFill>
              </a:rPr>
              <a:t>✓  </a:t>
            </a:r>
            <a:r>
              <a:rPr sz="1200">
                <a:solidFill>
                  <a:srgbClr val="0F172A"/>
                </a:solidFill>
              </a:rPr>
              <a:t>Commercial engine para classificacao de documentos ERP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D084"/>
                </a:solidFill>
              </a:rPr>
              <a:t>✓  </a:t>
            </a:r>
            <a:r>
              <a:rPr sz="1200">
                <a:solidFill>
                  <a:srgbClr val="0F172A"/>
                </a:solidFill>
              </a:rPr>
              <a:t>Auditoria automatica de compliance G360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D084"/>
                </a:solidFill>
              </a:rPr>
              <a:t>✓  </a:t>
            </a:r>
            <a:r>
              <a:rPr sz="1200">
                <a:solidFill>
                  <a:srgbClr val="0F172A"/>
                </a:solidFill>
              </a:rPr>
              <a:t>Geracao de manuais PPTX a partir doCodigo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D084"/>
                </a:solidFill>
              </a:rPr>
              <a:t>✓  </a:t>
            </a:r>
            <a:r>
              <a:rPr sz="1200">
                <a:solidFill>
                  <a:srgbClr val="0F172A"/>
                </a:solidFill>
              </a:rPr>
              <a:t>Disponivel como pacote npm global (g360) e PyPI (g360-core)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0D084"/>
                </a:solidFill>
                <a:latin typeface="Segoe UI"/>
              </a:rPr>
              <a:t>Comece: npm install -g g360-cli  |  g360 init meu-projeto --template lit-web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